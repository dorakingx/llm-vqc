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previous checkpoint ended on an action item rather than a result. This run executes it and reports two outcomes that are not flattering to the closed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Stating the alternative first matters here, because the measured result turned out to favour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new physics; the contribution is a decision procedure and two executed boundary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metric is validation fidelity throughout — not reconstruction fidelity, and not test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matter more than usual here because the measured result is close to the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Reuse-only regeneration was demonstrated with no API key and no cost cap configured, and reproduced the tables byte for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non-monotone counts are the reason the interval was dropped from the reporting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the count faithfully matters more than explaining it; the mean shift is given so the reader can see the count is not a fidelity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limits are deliberately stated before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recommendation and the decision are recorded separately in the research log; nothing above is treated as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1371600" cy="41148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9509741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How much search budget a target fidelity actually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80360"/>
            <a:ext cx="90674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9B7CE"/>
                </a:solidFill>
                <a:latin typeface="Arial"/>
              </a:rPr>
              <a:t>Answering last checkpoint's action item: two boundary runs, decided on validation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11880"/>
            <a:ext cx="9730898" cy="1316736"/>
          </a:xfrm>
          <a:prstGeom prst="roundRect">
            <a:avLst>
              <a:gd name="adj" fmla="val 5000"/>
            </a:avLst>
          </a:prstGeom>
          <a:solidFill>
            <a:srgbClr val="1E3157"/>
          </a:solidFill>
          <a:ln w="12700">
            <a:solidFill>
              <a:srgbClr val="436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721608"/>
            <a:ext cx="9328562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BF4E6"/>
                </a:solidFill>
                <a:latin typeface="Arial"/>
              </a:rPr>
              <a:t>Known before:  </a:t>
            </a:r>
            <a:r>
              <a:rPr sz="1150" b="0">
                <a:solidFill>
                  <a:srgbClr val="FFFFFF"/>
                </a:solidFill>
                <a:latin typeface="Arial"/>
              </a:rPr>
              <a:t>physics-informed proposals beat random and greedy circuit search in all seven tested conditions; the closed-loop bonus was not general.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BF4E6"/>
                </a:solidFill>
                <a:latin typeface="Arial"/>
              </a:rPr>
              <a:t>Measured now:  </a:t>
            </a:r>
            <a:r>
              <a:rPr sz="1150" b="0">
                <a:solidFill>
                  <a:srgbClr val="FFFFFF"/>
                </a:solidFill>
                <a:latin typeface="Arial"/>
              </a:rPr>
              <a:t>on the Ising chain the open loop meets the rule at budget 6 (12/12) while the closed loop does not (8/12); raising the XXZ budget from 8 to 10 moved the closed loop from 9/12 to 5/12.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BF4E6"/>
                </a:solidFill>
                <a:latin typeface="Arial"/>
              </a:rPr>
              <a:t>Not claimed:  </a:t>
            </a:r>
            <a:r>
              <a:rPr sz="1150" b="0">
                <a:solidFill>
                  <a:srgbClr val="FFFFFF"/>
                </a:solidFill>
                <a:latin typeface="Arial"/>
              </a:rPr>
              <a:t>no single minimum budget, no interval, and nothing about the held-out test set, which was never evaluated in this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42431"/>
            <a:ext cx="774048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Tomoya Hatanaka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16751"/>
            <a:ext cx="774048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A9B7CE"/>
                </a:solidFill>
                <a:latin typeface="Arial"/>
              </a:rPr>
              <a:t>Project: llm-vqc   ·   Previous checkpoint: one-factor robustness stress test   ·   New model calls: 138 · candidate circuits trained: 408   ·   Measured cost at list price: USD 0.29 (hard cap USD 2.00, authorised in advance)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7415" y="6016751"/>
            <a:ext cx="331735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A9B7CE"/>
                </a:solidFill>
                <a:latin typeface="Arial"/>
              </a:rPr>
              <a:t>llm-vqc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1 · QUESTION AND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3035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What budget reaches a required accuracy, not which method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1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Every earlier comparison ranked methods at one fixed budget; that is not the operational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799"/>
            <a:ext cx="11057839" cy="132588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799"/>
            <a:ext cx="45720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28799"/>
            <a:ext cx="10289743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14213D"/>
                </a:solidFill>
                <a:latin typeface="Georgia"/>
              </a:rPr>
              <a:t>For a target validation trash fidelity, what is the smallest candidate budget that reaches it in at least 10 of the same 12 paired seeds?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92424"/>
            <a:ext cx="11057839" cy="17282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150" b="1" i="0">
                <a:solidFill>
                  <a:srgbClr val="3D4A63"/>
                </a:solidFill>
                <a:latin typeface="Arial"/>
              </a:rPr>
              <a:t>•  Claim under test (EXPERIMENT_CHECK_REQUIRED before this run): a budget below 8 suffices on the Ising chain, and the XXZ cell that fell one seed short at budget 8 is rescued by more budget.</a:t>
            </a:r>
          </a:p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150" b="0" i="0">
                <a:solidFill>
                  <a:srgbClr val="3D4A63"/>
                </a:solidFill>
                <a:latin typeface="Arial"/>
              </a:rPr>
              <a:t>•  Alternative that fits the same evidence (MODEL_INFERENCE): attainment counts near a threshold are dominated by run-to-run variation, so a budget change moves the count without moving the underlying fidelity distribution much.</a:t>
            </a:r>
          </a:p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150" b="0" i="0">
                <a:solidFill>
                  <a:srgbClr val="3D4A63"/>
                </a:solidFill>
                <a:latin typeface="Arial"/>
              </a:rPr>
              <a:t>•  Both were separable in advance, because each budget is run as its own independent policy rather than as a prefix of a larger run.</a:t>
            </a:r>
          </a:p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150" b="0" i="0">
                <a:solidFill>
                  <a:srgbClr val="3D4A63"/>
                </a:solidFill>
                <a:latin typeface="Arial"/>
              </a:rPr>
              <a:t>•  A result could exist under a false claim only if the counts were monotone in budget by construction. They are not: the runs are independent, so this was a genuine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193792"/>
            <a:ext cx="11057839" cy="53035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193792"/>
            <a:ext cx="45720" cy="5303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193792"/>
            <a:ext cx="10746943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Arial"/>
              </a:rPr>
              <a:t>The endpoint is a count of seeds over a fixed threshold, not a mean fidelity.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852159"/>
            <a:ext cx="45720" cy="3291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824727"/>
            <a:ext cx="10911535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Next:  </a:t>
            </a:r>
            <a:r>
              <a:rPr sz="1150" b="0">
                <a:solidFill>
                  <a:srgbClr val="3D4A63"/>
                </a:solidFill>
                <a:latin typeface="Arial"/>
              </a:rPr>
              <a:t>What was already settled, and what this adds.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2 · PRIOR WORK AND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3035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Settled: semantics helps. Unsettled: how much search it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1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Position relative to the immediately preceding checkpoint of this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799"/>
            <a:ext cx="2586151" cy="1656334"/>
          </a:xfrm>
          <a:prstGeom prst="roundRect">
            <a:avLst>
              <a:gd name="adj" fmla="val 5500"/>
            </a:avLst>
          </a:prstGeom>
          <a:solidFill>
            <a:srgbClr val="EBF3EE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5C42"/>
                </a:solidFill>
                <a:latin typeface="Arial"/>
              </a:rPr>
              <a:t>Settled (CONFIRMED, measured)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15133"/>
            <a:ext cx="2311831" cy="1187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Physics-informed proposals beat non-semantic search in all seven previously tested conditions.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The result survives changes of budget, width, Hamiltonian and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828799"/>
            <a:ext cx="2586151" cy="1656334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12700">
            <a:solidFill>
              <a:srgbClr val="7A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A5568"/>
                </a:solidFill>
                <a:latin typeface="Arial"/>
              </a:rPr>
              <a:t>Already shown fragile (measured)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215133"/>
            <a:ext cx="2311831" cy="1187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The extra gain from a closed feedback loop is not general; it changes with every factor tested.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Invalid proposals become random draws, entangling validity with architecture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828799"/>
            <a:ext cx="2586151" cy="1656334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1879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The gap this run addresses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1879" y="2215133"/>
            <a:ext cx="2311831" cy="1187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No budget between 4 and 8 had ever been run.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One cell sat exactly one seed short of the rule and had never been retried at a larger budget.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8615" y="1828799"/>
            <a:ext cx="2586151" cy="1656334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5775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A5A15"/>
                </a:solidFill>
                <a:latin typeface="Arial"/>
              </a:rPr>
              <a:t>Novelty: recombined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5775" y="2215133"/>
            <a:ext cx="2311831" cy="1187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The methods, prompts, trainer and seeds are unchanged; only the budget moves.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Closest prior work is this project's own previous checkpoint, reused here as controls.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50310"/>
            <a:ext cx="45720" cy="3291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722877"/>
            <a:ext cx="10911535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Next:  </a:t>
            </a:r>
            <a:r>
              <a:rPr sz="1150" b="0">
                <a:solidFill>
                  <a:srgbClr val="3D4A63"/>
                </a:solidFill>
                <a:latin typeface="Arial"/>
              </a:rPr>
              <a:t>Every term the rest of the deck uses.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3 ·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3035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From a ground state to a single pass-or-fail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1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Each arrow is a fixed rule, written down before the runs; nothing below was chosen after seeing a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799"/>
            <a:ext cx="11057839" cy="420624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9525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28799"/>
            <a:ext cx="1078351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Budget B  </a:t>
            </a:r>
            <a:r>
              <a:rPr sz="1150" b="0">
                <a:solidFill>
                  <a:srgbClr val="3D4A63"/>
                </a:solidFill>
                <a:latin typeface="Arial"/>
              </a:rPr>
              <a:t>candidate circuits trained and evaluated per seed - not tokens, not model calls, not wall-clock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95727"/>
            <a:ext cx="1962851" cy="1325626"/>
          </a:xfrm>
          <a:prstGeom prst="roundRect">
            <a:avLst>
              <a:gd name="adj" fmla="val 5500"/>
            </a:avLst>
          </a:prstGeom>
          <a:solidFill>
            <a:srgbClr val="14233F"/>
          </a:solidFill>
          <a:ln w="12700">
            <a:solidFill>
              <a:srgbClr val="14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471165"/>
            <a:ext cx="16885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Input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82061"/>
            <a:ext cx="1688531" cy="8569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A9B7CE"/>
                </a:solidFill>
                <a:latin typeface="Arial"/>
              </a:rPr>
              <a:t>ground state of a 4-qubit chain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A9B7CE"/>
                </a:solidFill>
                <a:latin typeface="Arial"/>
              </a:rPr>
              <a:t>Ising or XXZ, parameter in [0.2, 2.0]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9779" y="2395727"/>
            <a:ext cx="274320" cy="132562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929BAC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0675" y="2395727"/>
            <a:ext cx="1962851" cy="1325626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7835" y="2471165"/>
            <a:ext cx="16885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Encoder circuit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7835" y="2782061"/>
            <a:ext cx="1688531" cy="8569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16 gates: 12 rotations + 4 CNOTs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structure searched, angles 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3526" y="2395727"/>
            <a:ext cx="274320" cy="132562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929BAC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4422" y="2395727"/>
            <a:ext cx="1962851" cy="1325626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582" y="2471165"/>
            <a:ext cx="16885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Validation fidelity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582" y="2782061"/>
            <a:ext cx="1688531" cy="8569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F = P(trash qubits end in |00&gt;)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on 12 held-out validation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273" y="2395727"/>
            <a:ext cx="274320" cy="132562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929BAC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169" y="2395727"/>
            <a:ext cx="1962851" cy="1325626"/>
          </a:xfrm>
          <a:prstGeom prst="roundRect">
            <a:avLst>
              <a:gd name="adj" fmla="val 5500"/>
            </a:avLst>
          </a:prstGeom>
          <a:solidFill>
            <a:srgbClr val="EBF3EE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329" y="2471165"/>
            <a:ext cx="16885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5C42"/>
                </a:solidFill>
                <a:latin typeface="Arial"/>
              </a:rPr>
              <a:t>Best so far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329" y="2782061"/>
            <a:ext cx="1688531" cy="8569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highest F among the first k candidates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of a run configured at budget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1020" y="2395727"/>
            <a:ext cx="274320" cy="132562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929BAC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61916" y="2395727"/>
            <a:ext cx="1962851" cy="1325626"/>
          </a:xfrm>
          <a:prstGeom prst="roundRect">
            <a:avLst>
              <a:gd name="adj" fmla="val 5500"/>
            </a:avLst>
          </a:prstGeom>
          <a:solidFill>
            <a:srgbClr val="FAEEEC"/>
          </a:solidFill>
          <a:ln w="12700">
            <a:solidFill>
              <a:srgbClr val="9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9076" y="2471165"/>
            <a:ext cx="16885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302B"/>
                </a:solidFill>
                <a:latin typeface="Arial"/>
              </a:rPr>
              <a:t>Pass or 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9076" y="2782061"/>
            <a:ext cx="1688531" cy="8569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count seeds with F &gt;= target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pass iff at least 10 of 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959097"/>
            <a:ext cx="11057839" cy="53035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959097"/>
            <a:ext cx="45720" cy="5303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959097"/>
            <a:ext cx="10746943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Arial"/>
              </a:rPr>
              <a:t>A mean above the target is not a pass, and equality with the target counts as a hit.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617465"/>
            <a:ext cx="45720" cy="3291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590033"/>
            <a:ext cx="10911535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Next:  </a:t>
            </a:r>
            <a:r>
              <a:rPr sz="1150" b="0">
                <a:solidFill>
                  <a:srgbClr val="3D4A63"/>
                </a:solidFill>
                <a:latin typeface="Arial"/>
              </a:rPr>
              <a:t>The judging rules, and the one that was deliberately changed.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4 ·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3035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The judging rules were frozen and committed before any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1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Fixed in the repository before the first new candidate circuit was generated.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799"/>
          <a:ext cx="7077017" cy="35176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8508"/>
                <a:gridCol w="3538509"/>
              </a:tblGrid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4213D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4213D"/>
                          </a:solidFill>
                          <a:latin typeface="Arial"/>
                        </a:rPr>
                        <a:t>Fixed as</a:t>
                      </a:r>
                    </a:p>
                  </a:txBody>
                  <a:tcPr marL="73152" marR="73152" marT="27432" marB="27432">
                    <a:solidFill>
                      <a:srgbClr val="F7F8FA"/>
                    </a:solidFill>
                  </a:tcPr>
                </a:tc>
              </a:tr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Validation trash fidelity; never test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Targets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0.95 and 0.99, both reported, neither revisable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Seeds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The same 12 paired seeds, 0-11, all reported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Pass rule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At least 10 of 12; equality counts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Admissible budgets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Even budgets 4, 6, 8, 10, 16 only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Budget split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Half exploration, half refinement, always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Inherited unchanged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Model, prompts, schema, repair policy, gates, trainer, splits, selection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17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D4A63"/>
                          </a:solidFill>
                          <a:latin typeface="Arial"/>
                        </a:rPr>
                        <a:t>Refuses to call without an explicit cap; USD 2.00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517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D4A63"/>
                          </a:solidFill>
                          <a:latin typeface="Arial"/>
                        </a:rPr>
                        <a:t>Reported as</a:t>
                      </a:r>
                    </a:p>
                  </a:txBody>
                  <a:tcPr marL="73152" marR="73152" marT="27432" marB="27432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D4A63"/>
                          </a:solidFill>
                          <a:latin typeface="Arial"/>
                        </a:rPr>
                        <a:t>Verified pass / verified fail / unverified</a:t>
                      </a:r>
                    </a:p>
                  </a:txBody>
                  <a:tcPr marL="73152" marR="73152" marT="27432" marB="27432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2169591"/>
            <a:ext cx="7077017" cy="1097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437885"/>
            <a:ext cx="7077017" cy="40513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8C2F39"/>
                </a:solidFill>
                <a:latin typeface="Arial"/>
              </a:rPr>
              <a:t>Does not show:  </a:t>
            </a:r>
            <a:r>
              <a:rPr sz="950" b="0">
                <a:solidFill>
                  <a:srgbClr val="626E85"/>
                </a:solidFill>
                <a:latin typeface="Arial"/>
              </a:rPr>
              <a:t>The table does not show effect sizes or significance tests; the endpoint here is a count, and no paired statistic is claimed from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1689" y="1828799"/>
            <a:ext cx="3743078" cy="39227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150" b="1" i="0">
                <a:solidFill>
                  <a:srgbClr val="3D4A63"/>
                </a:solidFill>
                <a:latin typeface="Arial"/>
              </a:rPr>
              <a:t>•  One deliberate change from the action item: no interval for the minimum is reported.</a:t>
            </a:r>
          </a:p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150" b="0" i="0">
                <a:solidFill>
                  <a:srgbClr val="3D4A63"/>
                </a:solidFill>
                <a:latin typeface="Arial"/>
              </a:rPr>
              <a:t>•  An interval would assume attainment never disappears as the budget grows. That assumption is testable, and slide 7 shows it failing, so the three-way report replaces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852159"/>
            <a:ext cx="45720" cy="3291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824727"/>
            <a:ext cx="10911535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Next:  </a:t>
            </a:r>
            <a:r>
              <a:rPr sz="1150" b="0">
                <a:solidFill>
                  <a:srgbClr val="3D4A63"/>
                </a:solidFill>
                <a:latin typeface="Arial"/>
              </a:rPr>
              <a:t>What was actually executed, and what was reused.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5 · EXECUTION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3035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Two new runs, seven reused conditions, no test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1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Existing logs were re-analysed first; new calls were made only at the two unresolved boundaries.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799"/>
            <a:ext cx="2586151" cy="2050542"/>
          </a:xfrm>
          <a:prstGeom prst="roundRect">
            <a:avLst>
              <a:gd name="adj" fmla="val 5500"/>
            </a:avLst>
          </a:prstGeom>
          <a:solidFill>
            <a:srgbClr val="14233F"/>
          </a:solidFill>
          <a:ln w="12700">
            <a:solidFill>
              <a:srgbClr val="14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Reused (no model calls)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15133"/>
            <a:ext cx="2311831" cy="1581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A9B7CE"/>
                </a:solidFill>
                <a:latin typeface="Arial"/>
              </a:rPr>
              <a:t>•  Seven earlier conditions, 2,880 candidate records.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A9B7CE"/>
                </a:solidFill>
                <a:latin typeface="Arial"/>
              </a:rPr>
              <a:t>•  Re-analysis reproduces the earlier audit byte for byte (CONFIRMED by directory comparison).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828799"/>
            <a:ext cx="2586151" cy="2050542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Run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215133"/>
            <a:ext cx="2311831" cy="1581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Ising chain at budget 6, all four methods, same seeds.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XXZ chain at budget 10, closed loop only, same seeds.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408 candidate circuits trained and evaluated.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828799"/>
            <a:ext cx="2586151" cy="2050542"/>
          </a:xfrm>
          <a:prstGeom prst="roundRect">
            <a:avLst>
              <a:gd name="adj" fmla="val 5500"/>
            </a:avLst>
          </a:prstGeom>
          <a:solidFill>
            <a:srgbClr val="EBF3EE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1879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5C42"/>
                </a:solidFill>
                <a:latin typeface="Arial"/>
              </a:rPr>
              <a:t>Checks that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1879" y="2215133"/>
            <a:ext cx="2311831" cy="1581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Seed completeness, candidate order, finite fidelity, selection equals validation max.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A machine check refuses any cell that moves more than the budget away from its declared anchor.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603 automated tests pass, 46 of them new.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8615" y="1828799"/>
            <a:ext cx="2586151" cy="2050542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5775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A5A15"/>
                </a:solidFill>
                <a:latin typeface="Arial"/>
              </a:rPr>
              <a:t>Not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5775" y="2215133"/>
            <a:ext cx="2311831" cy="1581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No confirmatory evaluation on any held-out set exists, by design.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One run was interrupted by a network failure; the resume paid nothing for stored seeds.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44518"/>
            <a:ext cx="45720" cy="3291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117086"/>
            <a:ext cx="10911535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Next:  </a:t>
            </a:r>
            <a:r>
              <a:rPr sz="1150" b="0">
                <a:solidFill>
                  <a:srgbClr val="3D4A63"/>
                </a:solidFill>
                <a:latin typeface="Arial"/>
              </a:rPr>
              <a:t>The main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980175"/>
            <a:ext cx="110578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Runner, analysis, figures, report and this deck are generated by checked-in scripts; the reproduction commands are in the report.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6 · MAIN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90500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The open loop clears the bar at a budget the closed loop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45082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Ising chain, target 0.95, four independently executed budgets, the same 12 paired seeds.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70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dder_tf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78" y="2203450"/>
            <a:ext cx="5172001" cy="21512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409566"/>
            <a:ext cx="6634703" cy="5619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1">
                <a:solidFill>
                  <a:srgbClr val="626E85"/>
                </a:solidFill>
                <a:latin typeface="Arial"/>
              </a:rPr>
              <a:t>x: configured budget B, candidate circuits per seed. y: how many of the 12 paired seeds finished at or above validation fidelity 0.95. Dashed line: the 10-of-12 rule. Thick outline: measured here. Grey bands: budgets not run. Grey random, amber greedy, blue open loop, red closed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71541"/>
            <a:ext cx="6634703" cy="40513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8C2F39"/>
                </a:solidFill>
                <a:latin typeface="Arial"/>
              </a:rPr>
              <a:t>Does not show:  </a:t>
            </a:r>
            <a:r>
              <a:rPr sz="950" b="0">
                <a:solidFill>
                  <a:srgbClr val="626E85"/>
                </a:solidFill>
                <a:latin typeface="Arial"/>
              </a:rPr>
              <a:t>No error bars - the quantity is a count over a fixed seed set, not an average. Nothing about budgets 12 or 14, the second target, other widths, or held-out test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9375" y="2203450"/>
            <a:ext cx="4185391" cy="954108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6535" y="2278888"/>
            <a:ext cx="39110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6535" y="2589784"/>
            <a:ext cx="3911071" cy="48547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Budget 6: open 12/12 passes, closed 8/12 fails.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Same budget and seeds: random 0/12, greedy 2/12.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9375" y="3285574"/>
            <a:ext cx="4185391" cy="954108"/>
          </a:xfrm>
          <a:prstGeom prst="roundRect">
            <a:avLst>
              <a:gd name="adj" fmla="val 5500"/>
            </a:avLst>
          </a:prstGeom>
          <a:solidFill>
            <a:srgbClr val="FAEEEC"/>
          </a:solidFill>
          <a:ln w="12700">
            <a:solidFill>
              <a:srgbClr val="9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6535" y="3361012"/>
            <a:ext cx="39110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302B"/>
                </a:solidFill>
                <a:latin typeface="Arial"/>
              </a:rPr>
              <a:t>Counts are not monotone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6535" y="3671908"/>
            <a:ext cx="3911071" cy="48547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Open over budgets 4, 6, 8, 16: 0, 12, 10, 12.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Closed over the same budgets: 8, 8, 12, 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9375" y="4367699"/>
            <a:ext cx="4185391" cy="954108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12700">
            <a:solidFill>
              <a:srgbClr val="7A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6535" y="4443137"/>
            <a:ext cx="39110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A5568"/>
                </a:solidFill>
                <a:latin typeface="Arial"/>
              </a:rPr>
              <a:t>Null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6535" y="4754033"/>
            <a:ext cx="3911071" cy="48547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Target 0.99: 0 of 12 in both new runs.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Not evidence that it is unreachable.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422392"/>
            <a:ext cx="45720" cy="3291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394959"/>
            <a:ext cx="10911535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Next:  </a:t>
            </a:r>
            <a:r>
              <a:rPr sz="1150" b="0">
                <a:solidFill>
                  <a:srgbClr val="3D4A63"/>
                </a:solidFill>
                <a:latin typeface="Arial"/>
              </a:rPr>
              <a:t>What this does and does not mean.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980175"/>
            <a:ext cx="110578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Generated from the committed validation-only result tables by the checked-in figure script.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7 ·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3035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The XXZ count halved while the fidelities barely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1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Closed loop at the XXZ anchor, budget 8 against budget 10, per seed, same 12 paired seeds.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gin_xx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93" y="1828799"/>
            <a:ext cx="4857373" cy="23247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208398"/>
            <a:ext cx="6634703" cy="5619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1">
                <a:solidFill>
                  <a:srgbClr val="626E85"/>
                </a:solidFill>
                <a:latin typeface="Arial"/>
              </a:rPr>
              <a:t>x: seed. y: the final best-so-far validation trash fidelity that seed reached - pale for the earlier budget-8 run, solid for the budget-10 run measured here. Dashed line: the 0.95 target. Bars are single measured values, not averages.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70373"/>
            <a:ext cx="6634703" cy="40513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8C2F39"/>
                </a:solidFill>
                <a:latin typeface="Arial"/>
              </a:rPr>
              <a:t>Does not show:  </a:t>
            </a:r>
            <a:r>
              <a:rPr sz="950" b="0">
                <a:solidFill>
                  <a:srgbClr val="626E85"/>
                </a:solidFill>
                <a:latin typeface="Arial"/>
              </a:rPr>
              <a:t>Not the trajectory within a run, not the rejected candidates, and not whether a third run would land the same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9375" y="1828799"/>
            <a:ext cx="4185391" cy="1011935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6535" y="1904237"/>
            <a:ext cx="39110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Observed (measured)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6535" y="2215133"/>
            <a:ext cx="3911071" cy="54330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Seeds at the target: 9 to 5 of 12.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Mean fidelity moved only -0.0076; 17 of 24 results sit within 0.01 of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9375" y="2968751"/>
            <a:ext cx="4185391" cy="1011935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6535" y="3044189"/>
            <a:ext cx="39110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A5A15"/>
                </a:solidFill>
                <a:latin typeface="Arial"/>
              </a:rPr>
              <a:t>Interpretation (inferred)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6535" y="3355085"/>
            <a:ext cx="3911071" cy="54330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Near a threshold inside the distribution, the count is a knife-edge statistic.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Only the budget was varied, so no cause is isolated.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9375" y="4108703"/>
            <a:ext cx="4185391" cy="1011935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12700">
            <a:solidFill>
              <a:srgbClr val="7A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6535" y="4184141"/>
            <a:ext cx="39110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A5568"/>
                </a:solidFill>
                <a:latin typeface="Arial"/>
              </a:rPr>
              <a:t>Not 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6535" y="4495037"/>
            <a:ext cx="3911071" cy="54330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That more budget harms the closed loop.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That the closed loop is generally worse.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193792"/>
            <a:ext cx="11057839" cy="53035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193792"/>
            <a:ext cx="45720" cy="5303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93792"/>
            <a:ext cx="10746943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Arial"/>
              </a:rPr>
              <a:t>Supports: the budget boundary is real and the count is threshold-sensitive. Does not support: any causal story about feedback.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52159"/>
            <a:ext cx="45720" cy="3291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824727"/>
            <a:ext cx="10911535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Next:  </a:t>
            </a:r>
            <a:r>
              <a:rPr sz="1150" b="0">
                <a:solidFill>
                  <a:srgbClr val="3D4A63"/>
                </a:solidFill>
                <a:latin typeface="Arial"/>
              </a:rPr>
              <a:t>What would have to be true for this to be wrong.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8 · LIMITS AND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3035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What bounds this result, and what is recorded but unresolved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1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Stated before any of it is used to argue for a next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799"/>
            <a:ext cx="2586151" cy="2215896"/>
          </a:xfrm>
          <a:prstGeom prst="roundRect">
            <a:avLst>
              <a:gd name="adj" fmla="val 5500"/>
            </a:avLst>
          </a:prstGeom>
          <a:solidFill>
            <a:srgbClr val="FAEEEC"/>
          </a:solidFill>
          <a:ln w="12700">
            <a:solidFill>
              <a:srgbClr val="9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302B"/>
                </a:solidFill>
                <a:latin typeface="Arial"/>
              </a:rPr>
              <a:t>What would overturn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15133"/>
            <a:ext cx="2311831" cy="17472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A repeat landing on the other side of the threshold; margins are thousandths wide.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A different target, which would reshuffle every 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828799"/>
            <a:ext cx="2586151" cy="2215896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A5A15"/>
                </a:solidFill>
                <a:latin typeface="Arial"/>
              </a:rPr>
              <a:t>Validity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215133"/>
            <a:ext cx="2311831" cy="17472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4 qubits, noiseless simulation, one circuit-capacity rule, one model snapshot, one XXZ anchor.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12 paired seeds; one open-loop pool shared across them, so 12 successes are not 12 generations.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828799"/>
            <a:ext cx="2586151" cy="221589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12700">
            <a:solidFill>
              <a:srgbClr val="7A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1879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A5568"/>
                </a:solidFill>
                <a:latin typeface="Arial"/>
              </a:rPr>
              <a:t>Negative and null results kept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1879" y="2215133"/>
            <a:ext cx="2311831" cy="17472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The closed loop fails the rule at budget 6.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The XXZ boundary probe did not rescue the cell.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Target 0.99: 0 of 12 everywhere, unresolved.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8615" y="1828799"/>
            <a:ext cx="2586151" cy="2215896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5775" y="1904237"/>
            <a:ext cx="231183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A5A15"/>
                </a:solidFill>
                <a:latin typeface="Arial"/>
              </a:rPr>
              <a:t>Left unresolved on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5775" y="2215133"/>
            <a:ext cx="2311831" cy="174726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6 and 8 qubits and the alternative model were not probed; every method sits at 0-3 of 12 there.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A blind sweep cannot separate invalid generation from too little search or capacity.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Random fallbacks stay in the score: 12 of 408 evaluated candidates.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82440"/>
            <a:ext cx="11057839" cy="420624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 w="9525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282440"/>
            <a:ext cx="1078351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A5A15"/>
                </a:solidFill>
                <a:latin typeface="Arial"/>
              </a:rPr>
              <a:t>Open question:  </a:t>
            </a:r>
            <a:r>
              <a:rPr sz="1150" b="0">
                <a:solidFill>
                  <a:srgbClr val="3D4A63"/>
                </a:solidFill>
                <a:latin typeface="Arial"/>
              </a:rPr>
              <a:t>Attainment counts are not monotone in budget, so no statement of the form 'the minimum lies between X and Y' is supported by these runs.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31080"/>
            <a:ext cx="45720" cy="32918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803648"/>
            <a:ext cx="10911535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Next:  </a:t>
            </a:r>
            <a:r>
              <a:rPr sz="1150" b="0">
                <a:solidFill>
                  <a:srgbClr val="3D4A63"/>
                </a:solidFill>
                <a:latin typeface="Arial"/>
              </a:rPr>
              <a:t>What needs deciding.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8C2F39"/>
                </a:solidFill>
                <a:latin typeface="Arial"/>
              </a:rPr>
              <a:t>9 · DECISIONS AND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53035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Arial"/>
              </a:rPr>
              <a:t>Spend more on resolution, or diagnose why 0.99 is out of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1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26E85"/>
                </a:solidFill>
                <a:latin typeface="Arial"/>
              </a:rPr>
              <a:t>Both new cells are complete; the next move needs a decision, not more of the same.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799"/>
            <a:ext cx="3527450" cy="3977639"/>
          </a:xfrm>
          <a:prstGeom prst="roundRect">
            <a:avLst>
              <a:gd name="adj" fmla="val 5500"/>
            </a:avLst>
          </a:prstGeom>
          <a:solidFill>
            <a:srgbClr val="EBF3EE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04237"/>
            <a:ext cx="325313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5C42"/>
                </a:solidFill>
                <a:latin typeface="Arial"/>
              </a:rPr>
              <a:t>What the evidence supports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15133"/>
            <a:ext cx="3253130" cy="350901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3D4A63"/>
                </a:solidFill>
                <a:latin typeface="Arial"/>
              </a:rPr>
              <a:t>•  Ising chain, target 0.95: smallest verified passing budget is 6 for the open loop, 8 for the closed loop; budget 4 fails for both.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XXZ chain, closed loop: no verified passing budget; 8 and 10 are both verified failures (measured).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Target 0.99 unresolved everywhere, both new cells included (null result).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New work: 138 model calls, USD 0.29 at list prices, under a USD 2.00 cap.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799"/>
            <a:ext cx="3527450" cy="3977639"/>
          </a:xfrm>
          <a:prstGeom prst="roundRect">
            <a:avLst>
              <a:gd name="adj" fmla="val 5500"/>
            </a:avLst>
          </a:prstGeom>
          <a:solidFill>
            <a:srgbClr val="FAEEEC"/>
          </a:solidFill>
          <a:ln w="12700">
            <a:solidFill>
              <a:srgbClr val="9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9282" y="1904237"/>
            <a:ext cx="325313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302B"/>
                </a:solidFill>
                <a:latin typeface="Arial"/>
              </a:rPr>
              <a:t>Decisions needed from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9282" y="2215133"/>
            <a:ext cx="3253130" cy="350901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3D4A63"/>
                </a:solidFill>
                <a:latin typeface="Arial"/>
              </a:rPr>
              <a:t>•  D1  Is the budget boundary worth more spend?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626E85"/>
                </a:solidFill>
                <a:latin typeface="Arial"/>
              </a:rPr>
              <a:t>–  (a) repeat both cells with fresh generation seeds - turns a knife-edge count into a distribution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626E85"/>
                </a:solidFill>
                <a:latin typeface="Arial"/>
              </a:rPr>
              <a:t>–  (b) stop refining; treat budget 6 open-loop as the working answer - free, but rests on one run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626E85"/>
                </a:solidFill>
                <a:latin typeface="Arial"/>
              </a:rPr>
              <a:t>–  Recommended (a), Ising cell only; moderate confidence.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3D4A63"/>
                </a:solidFill>
                <a:latin typeface="Arial"/>
              </a:rPr>
              <a:t>•  D2  What to do about the 0.99 target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626E85"/>
                </a:solidFill>
                <a:latin typeface="Arial"/>
              </a:rPr>
              <a:t>–  (a) diagnose circuit capacity and training length instead of search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626E85"/>
                </a:solidFill>
                <a:latin typeface="Arial"/>
              </a:rPr>
              <a:t>–  (b) record 0.99 as out of scope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626E85"/>
                </a:solidFill>
                <a:latin typeface="Arial"/>
              </a:rPr>
              <a:t>–  Recommended (a), moderate confidence; a budget sweep cannot separate the causes.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3D4A63"/>
                </a:solidFill>
                <a:latin typeface="Arial"/>
              </a:rPr>
              <a:t>•  D3  Any confirmatory read of held-out data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626E85"/>
                </a:solidFill>
                <a:latin typeface="Arial"/>
              </a:rPr>
              <a:t>–  Recommended: not yet, high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828799"/>
            <a:ext cx="3527450" cy="3977639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4476" y="1904237"/>
            <a:ext cx="325313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Proposed 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4476" y="2215133"/>
            <a:ext cx="3253130" cy="350901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3D4A63"/>
                </a:solidFill>
                <a:latin typeface="Arial"/>
              </a:rPr>
              <a:t>•  On D1(a): repeat the Ising budget-6 cell with fresh generation seeds; report both runs together.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On D2(a): write the capacity-versus-search protocol and its cost cap, then stop for review.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A yes to either commits to a new protocol document and a new cost cap before anything runs.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D4A63"/>
                </a:solidFill>
                <a:latin typeface="Arial"/>
              </a:rPr>
              <a:t>•  Already committed: report, raw logs with hashes, and the reproduction commands.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80175"/>
            <a:ext cx="11057839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Recommendation and decision are recorded separately in the research log; nothing above is 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09359"/>
            <a:ext cx="9399163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091" y="6309359"/>
            <a:ext cx="1658675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929BAC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