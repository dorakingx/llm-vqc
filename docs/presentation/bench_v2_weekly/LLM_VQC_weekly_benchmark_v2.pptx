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LLM-Guided VQC Design: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Pilot to Rigorous Benchmark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encoding, quantum readout, and budget-matched evaluation of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architecture search (QAS)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50292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Tomoya Hatanaka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ML4SCI / Google Summer of Code 2026 — weekly update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29, 2026  ·  branch research/rigorous-qas-benchmark-v2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149840" y="4846320"/>
            <a:ext cx="1371600" cy="1371600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0" y="4846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|0⟩→Z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LLM guidance actually help quantum architecture search?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CADCFC">
              <a:alpha val="5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72768"/>
            <a:ext cx="10149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“Does LLM guidance improve VQC architecture search over random, evolutionary, greedy, and reference ansätze under the same candidate-evaluation budget?”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3255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145536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agentic-VQC work motivates the direction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Knipfer et al. 2026 and Sakka et al. 2026 show LLM agents can design VQCs — but with no budget-matched non-LLM baselines and no seed-replicated statistics.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77240" y="43068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4197096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 improvement alone is uninterpretable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also improves over iterations; only equal-budget comparison isolates the value of the proposal strategy.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53583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35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5248656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the controlled evaluation layer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typed circuit grammar, same evaluator, same unique-candidate budget, paired seeds, protected test — for every arm, LLM or classical.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review + claim discipline: docs/research/LITERATURE_REVIEW_QAS.md (C1–C8)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2-seed pilot to a preregistered benchmark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July pilot (now: E0 provenance only)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bench_v2 (this benchmark)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paired replicates (5 for scaling), paired seeds per arm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= 4 proposals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= 16–24 unique candidate evaluations, exact ledgers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peak only (n=3)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signal_suite T1–T4; scaling n ∈ {3,4,6,8}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structure+θ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A (structure-only, shared trainer) + Track B (joint, verbatim θ)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random, evolutionary, greedy, 4 fixed reference ansätze, joint-evolutionary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descriptive (integration demo)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preregistered RQ1–RQ6, Holm-corrected paired tests, effect sizes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 test, 2 committed seeds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resource metrics, machine-checked 17-criterion goal contract, break-tests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preserved as E0; protocol frozen before the matrix: docs/research/BENCHMARK_V2_PROTOCOL.md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controlled signal tasks, sized for amplitude encoding</a:t>
            </a:r>
            <a:endParaRPr lang="en-US" sz="3000" dirty="0"/>
          </a:p>
        </p:txBody>
      </p:sp>
      <p:pic>
        <p:nvPicPr>
          <p:cNvPr id="4" name="Image 0" descr="/Users/hatanakatomoya/Developer/Sim/llm-vqc/.claude/worktrees/github-author-config-faee6e/docs/presentation/bench_v2_weekly/figures/fig_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11155680" cy="260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52628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CADCFC">
              <a:alpha val="38000"/>
            </a:srgbClr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645152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2^n features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generates exactly 2^n-point signals — the amplitude vector of n qubits. No padding, no truncation.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346704" y="452628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CADCFC">
              <a:alpha val="38000"/>
            </a:srgbClr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83864" y="4645152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Nuisance randomization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Amplitude, phase, baseline, widths, noise randomized so no fixed convention leaks the label.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0488" y="452628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CADCFC">
              <a:alpha val="38000"/>
            </a:srgbClr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27648" y="4645152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profiles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T1/T2 frozen for n ∈ {3,4,6,8} (E3, running); T3/T4 at n=5. Frequency cap N/4 keeps T2 below Nyquist.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034272" y="452628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CADCFC">
              <a:alpha val="38000"/>
            </a:srgbClr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71432" y="4645152"/>
            <a:ext cx="23957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train / 256 val / 2048 protected test per replicate; deterministic hashes; disjointness enforced.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data/fig_tasks.csv (generated from frozen signal_suite_v1, data seed 1000)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tracks separate architecture quality from angle luck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1E2761">
              <a:alpha val="12000"/>
            </a:srgbClr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A — architecture search (primary)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propose structure only, in one shared layered grammar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AdamW inner loop trains θ (40 epochs, frozen for every arm)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θ-seed = f(task, data seed, search seed, structural hash) — same circuit ⇒ same result in every arm (global cache)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to searchers: validation metric only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7A4E9E">
              <a:alpha val="12000"/>
            </a:srgbClr>
          </a:solidFill>
          <a:ln w="19050">
            <a:solidFill>
              <a:srgbClr val="7A4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A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B — direct joint proposal (ablation)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carry gates, wires, AND numeric angles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evaluated verbatim — structurally NO optimizer on this path (AST-enforced)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identity includes θ: same structure + new angles = new candidate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classical rival: mixed discrete/continuous evolutionary 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892040"/>
            <a:ext cx="11018520" cy="1051560"/>
          </a:xfrm>
          <a:prstGeom prst="roundRect">
            <a:avLst>
              <a:gd name="adj" fmla="val 8696"/>
            </a:avLst>
          </a:prstGeom>
          <a:solidFill>
            <a:srgbClr val="FFF6E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04748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joint proposer can look good by guessing lucky angles rather than good architectures. Only the split design attributes credit correctly — E5 additionally re-optimizes θ on frozen LLM architectures at exactly matched objective-call budgets.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§5 (frozen): docs/research/BENCHMARK_V2_PROTOCOL.md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hygiene is enforced by construction, then attacked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Validation-only feedback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SearchFeedback has no field that could hold a test value; arms never see test data.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15544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test, once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“Protected-test RMSE” = test metric of the validation-selected candidate, evaluated once after selection freeze — never feedback.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1272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03580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isolation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seed 1000+r, search seed 2000+r shared across arms; θ-seeds derived, never global.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1272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303580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Crash-resumable stores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SQLite + budget ledger; interrupt-and-resume proven equal to an uninterrupted run.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60857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517136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Machine-checked completion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17-criterion goal contract; checker currently fails honestly (matrix incomplete) and rejects removed or interrupted cells.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608576"/>
            <a:ext cx="365760" cy="365760"/>
          </a:xfrm>
          <a:prstGeom prst="ellipse">
            <a:avLst/>
          </a:prstGeom>
          <a:solidFill>
            <a:srgbClr val="C44E52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4517136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Break-tests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broke 3 safeguards: 2 exposed real blind spots (now closed with stronger tests). No secrets or raw transcripts in artifacts.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docs/research/BREAK_TESTS.md · GOAL_CONTRACT.yaml · scripts/check_goal_completion.py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COMPLETE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Completed: E0 provenance replay and E1 classical joint 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CADCFC">
              <a:alpha val="38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2834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 — pilot replay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21 committed real-LLM pilot candidates re-evaluated offline from stored operations + θ.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test values, all 3 arms, both seeds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new API calls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July numbers are provenance-verified — and remain a 2-seed integration demo, not evidence.</a:t>
            </a:r>
            <a:endParaRPr lang="en-US" sz="1500" dirty="0"/>
          </a:p>
        </p:txBody>
      </p:sp>
      <p:pic>
        <p:nvPicPr>
          <p:cNvPr id="6" name="Image 0" descr="/Users/hatanakatomoya/Developer/Sim/llm-vqc/.claude/worktrees/github-author-config-faee6e/docs/presentation/bench_v2_weekly/figures/fig_e1_per_s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600200"/>
            <a:ext cx="763524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60520" y="4892040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(B=16, verbatim θ, 10 paired replicates): </a:t>
            </a:r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random_joint and evolutionary_joint are statistically close — no Holm-corrected difference (all p ≥ 0.28). T2 at n=5 appears difficult for both: test RMSE ≈ 0.29 for every replicate, near the target-scale spread — verbatim-θ proposals rarely beat it at this budget. LLM joint arms: pending budget authorization.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data/e0_replication_summary.csv · data/fig_e1_per_seed.csv · data/E1_stats_paired_tests.csv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MAIN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E2 classical matrix complete; E3 scaling is running now</a:t>
            </a:r>
            <a:endParaRPr lang="en-US" sz="3000" dirty="0"/>
          </a:p>
        </p:txBody>
      </p:sp>
      <p:pic>
        <p:nvPicPr>
          <p:cNvPr id="4" name="Image 0" descr="/Users/hatanakatomoya/Developer/Sim/llm-vqc/.claude/worktrees/github-author-config-faee6e/docs/presentation/bench_v2_weekly/figures/fig_e2_per_s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8503920" cy="2240280"/>
          </a:xfrm>
          <a:prstGeom prst="rect">
            <a:avLst/>
          </a:prstGeom>
        </p:spPr>
      </p:pic>
      <p:pic>
        <p:nvPicPr>
          <p:cNvPr id="5" name="Image 1" descr="/Users/hatanakatomoya/Developer/Sim/llm-vqc/.claude/worktrees/github-author-config-faee6e/docs/presentation/bench_v2_weekly/figures/fig_e2_any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94760"/>
            <a:ext cx="8503920" cy="19202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0" y="1463040"/>
          <a:ext cx="26060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548640"/>
                <a:gridCol w="731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classical (60)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classical (280)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 classical (120)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cells (220)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 / E5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A5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9144000" y="342900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(10 paired reps, Holm-corrected):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circuits beat shallow references on the regression tasks (T1: random vs StrongEnt-d2, p_Holm = 0.032).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classical strategies are statistically indistinguishable from each other on every task.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(AUROC ≈ 0.73–0.75) is flat across arms.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bar any LLM arm must beat.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*LLM cells await LLM_API_BUDGET_USD (slide 10). Sources: data/fig_e2_per_seed.csv · data/fig_e2_anytime.csv · data/matrix_status.csv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circuits: resources measured, diagnostics descriptive</a:t>
            </a:r>
            <a:endParaRPr lang="en-US" sz="3000" dirty="0"/>
          </a:p>
        </p:txBody>
      </p:sp>
      <p:pic>
        <p:nvPicPr>
          <p:cNvPr id="4" name="Image 0" descr="/Users/hatanakatomoya/Developer/Sim/llm-vqc/.claude/worktrees/github-author-config-faee6e/docs/presentation/bench_v2_weekly/figures/fig_e2_re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7406640" cy="2788920"/>
          </a:xfrm>
          <a:prstGeom prst="rect">
            <a:avLst/>
          </a:prstGeom>
        </p:spPr>
      </p:pic>
      <p:pic>
        <p:nvPicPr>
          <p:cNvPr id="5" name="Image 1" descr="/Users/hatanakatomoya/Developer/Sim/llm-vqc/.claude/worktrees/github-author-config-faee6e/docs/presentation/bench_v2_weekly/figures/fig_e2_diagnost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508760"/>
            <a:ext cx="3794760" cy="2788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CADCFC">
              <a:alpha val="38000"/>
            </a:srgbClr>
          </a:solidFill>
          <a:ln w="9525">
            <a:solidFill>
              <a:srgbClr val="D8DDE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" y="4736592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bought with hardware cost: </a:t>
            </a:r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circuits use ~3–10× the transpiled 2-qubit gates of the fixed references (line coupling, fixed seed) — the Pareto view is part of the final analysis.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characterize circuits; they are not assumed to predict task performance</a:t>
            </a:r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(Sim et al. framing; RQ5 tests the association empirically, with circuit-size controls). Expressibility KL + Meyer–Wallach Q computed for the 28 best-validation selected circuits. Shot-noise and noisy-simulator robustness (E4): pending — runs after the full matrix.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data/fig_e2_resources.csv · data/fig_e2_diagnostics.csv (KL/Q per circuit)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+ verify E3 scaling (n ∈ {3,4,6,8}; running, resumable, ~120 classical cells)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real-LLM matrix (220 cells, both tracks) once budget is authorized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dependent analyses: E5 θ-isolation, E4 shot/noise robustness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final paper-style figures + statistical report from stores (goal checker must exit 0)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mentor update: full budget-matched LLM-vs-classical comparison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10515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C44E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160520"/>
            <a:ext cx="9966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 — API budget authorization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LLM_API_BUDGET_USD is not set, so all real-LLM cells are blocked by policy: an API key alone is not spending authorization, and a Claude Max subscription does not authorize experiment API spending.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cap 120 (conservative $0.05/call reservation, hard 40-call/cell cap); expected actual cost ≈ $5–20 on a mini-class model. One-line resume command in docs/research/BLOCKED.md.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All slide numbers trace to durable stores · sources in docs/presentation/bench_v2_weekly/data/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2026-07-29T07:27:21Z</dcterms:created>
  <dcterms:modified xsi:type="dcterms:W3CDTF">2026-07-29T07:27:21Z</dcterms:modified>
</cp:coreProperties>
</file>